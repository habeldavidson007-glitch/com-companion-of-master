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Generated Presentation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Intro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Content Slide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Analysis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Content Slide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Conclusion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